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greet judges, introduce team and batch/group. State the one-line pitch: 'We built an AI system that identifies waste from a photo and tells you exactly how to dispose of it correctly.' Keep this under 20 seconds — the goal is to set up the problem you're about to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real-world problem before mentioning AI at all — judges want to see you understand the problem, not just the tech. Emphasize contamination: one wrong item can spoil a whole batch of recyclables, which is why *consistent* sorting (something AI is good at)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'why not train your own CNN from zero': explain that transfer learning lets us start from features already learned on 1.4M images, so we only need to train a small classifier head on our (much smaller) waste dataset. This is standard practice in real-world computer vision, not a shortcut — it's the efficient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dataset size: mention the Kaggle Garbage Classification dataset has roughly 15,000 images across 12 raw classes before consolidation. Be ready to state your actual final per-class counts from the notebook's Section 2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flow left to right while narrating in plain language — avoid jargon overload here, this slide is where non-technical judges need to follow along. Point out the last two steps are what make it a *system*, not just a classifier: confidence score + a real disposal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presenting: run Section 5 (Evaluate) in the Colab notebook, then replace the [XX.X]%, [N], and both dashed placeholder boxes with your real confusion matrix and misclassified-examples screenshots from eval_results/. Judges respond much better to real numbers and real failure cases than to claims without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risk mitigation: have the app already running in a browser tab before you're called up, and have 2-3 test photos ready on your phone (one of each: a confident-correct case, and one trickier case) so you control the demo instead of fumbling for a subject in the room. If venue wifi fails, fall back to a short screen-recording video instead of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application to describe in a bit more depth if asked — smart bins is usually the strongest answer since it maps most directly to what you actually built and demoed.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limitations is a strength in front of judges, not a weakness — it shows you understand the system's real boundaries rather than overselling it. The 'multiple overlapping items' limitation connects directly to your future-scope slide (YOLO multi-item detection).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prioritize mentioning multi-item detection and mobile deployment — these are the two most concrete and understandable next steps for a judge to grasp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 — 20-30 seconds. It exists mainly so judges see the project uses real, current, industry-standard tools rather than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judge questions to prepare for: (1) 'Why MobileNetV2 and not a bigger model?' — efficiency/deployability tradeoff. (2) 'How does it handle an item it's never seen?' — it'll misclassify into the closest learned category; mention this as a limitation. (3) 'What's your actual accuracy?' — have your real number from Section 5 memorized. (4) 'Could this be fooled?' — yes, e.g. an item photographed at an unusual angle or in poor lighting; that's honest and shows depth of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846320"/>
            <a:ext cx="2743200" cy="274320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♻️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Waste Classifier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Waste Identification &amp; Disposal Guidance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CNN Transfer Learning (MobileNetV2)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[Batch]  ·  [Group No.]  ·  [Team Member Names]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Competition — 4th Week of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206240" cy="4572000"/>
          </a:xfrm>
          <a:prstGeom prst="roundRect">
            <a:avLst>
              <a:gd name="adj" fmla="val 2174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~2.1B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of municipal solid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generated globally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(World Bank, approx.)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4343400"/>
            <a:ext cx="329184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never gets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— mostly due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sorting at the source.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1554480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94960" y="1435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sorting is slow &amp; inconsistent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7647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routinely misjudge which bin an item belongs to, especially for mixed materials.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2606040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24871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Recyclables get contaminated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8163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item (food, liquid, wrong material) can spoil an entire batch of otherwise recyclable waste.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3657600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94960" y="35387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overflow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8679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material that isn't sorted correctly ends up in landfills instead of being reused.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4709160"/>
            <a:ext cx="146304" cy="14630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94960" y="45902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 to waste workers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49194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sorting unsegregated, sometimes hazardous waste puts workers at risk.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Concept &amp; Technique Used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via Computer Vision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"sees" the waste item through its camera-captured image.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(CNN)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visual patterns — shape, texture, color — that distinguish waste types.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23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MobileNetV2, pretrained on 1.4M ImageNet images, instead of training from scratch.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Pipeline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17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4617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74720" y="461772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4720" y="4617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(pretrained)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4617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0" y="461772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617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617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0" y="461772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26880" y="4617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 Training a CNN from scratch needs huge datasets and compute. Reusing a pretrained backbone gets strong accuracy from a much smaller dataset and a short training time — realistic for a class project.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Data Required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Kaggle Garbage Classification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raw classes, consolidated to match the brief's "plastic, paper, metal, organic waste, etc." — images resized to 224×224 and normalized before being fed to the model. Augmentation (flips, rotation, color jitter) applied during training to improve robustness.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categories (per brief)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09928" y="352044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09928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0048" y="352044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70048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0168" y="352044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30168" y="3520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91456" y="352044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91456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51576" y="352044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51576" y="35204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"etc." categories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74C69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9834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09928" y="498348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74C69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709928" y="49834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71216" y="49834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74C69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871216" y="4983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1508760"/>
            <a:ext cx="4251960" cy="4572000"/>
          </a:xfrm>
          <a:prstGeom prst="roundRect">
            <a:avLst>
              <a:gd name="adj" fmla="val 2151"/>
            </a:avLst>
          </a:prstGeom>
          <a:solidFill>
            <a:srgbClr val="EAF7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352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Steps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2286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image to 224 × 224 px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using ImageNet mean/std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4023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(train only): random crop, flip, rotation, color jitter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892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85% train / 15% validation, stratified by class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of the AI System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flow, from photo to disposal guidance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10312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9736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59736" y="2331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30175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(resize, normalize)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51376" y="210312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0832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70832" y="2331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30175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210312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81928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81928" y="2331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30175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210312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93024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2D6A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93024" y="2331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♻️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30175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Lookup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884664" y="210312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04120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1B43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04120" y="2331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10195560" y="30175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disposal-guidance step is what turns this from a plain image classifier into a decision-support system: the predicted category is looked up in a rules table that returns the correct bin and a practical tip.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7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photo of a plastic bottle  →  Prediction: "Plastic" (94% confidence)  →  Output: "Dry / Recyclable Waste (Blue Bin) — rinse before disposing."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Result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from our trained model (Colab Section 5 — Evaluate)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645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645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 MB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(MobileNetV2)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0" y="1645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sec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394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4C69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80760" y="3383280"/>
            <a:ext cx="55321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4C69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4" name="Picture 23" descr="p15_0_X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5212080" cy="2651760"/>
          </a:xfrm>
          <a:prstGeom prst="rect">
            <a:avLst/>
          </a:prstGeom>
        </p:spPr>
      </p:pic>
      <p:pic>
        <p:nvPicPr>
          <p:cNvPr id="25" name="Picture 24" descr="p15_1_X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474720"/>
            <a:ext cx="53492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upload or camera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4C69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the running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here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switch to the live app during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presentation)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69164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capture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9842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photo, or takes one live with the camera tab.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2743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instantly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0358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CNN classifies the image in under a second.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37947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shown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40873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bar chart shows how confident the model is across all categories.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48463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guidance appears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51389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bin and a practical tip are shown immediately.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Application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Recycling Bins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campuses, malls, and offices — camera-equipped bins that guide correct sorting at the point of disposal.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7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Sorting Centers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(not replaces) human sorters at recycling facilities, flagging items for review.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7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Tool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students correct waste segregation habits interactively, in schools and colleges.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7947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7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Mobile App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937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anyone check disposal instructions for an item before throwing it out, right from their phone.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E7F5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Advantages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consistent — no human fatigue or judgment variance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529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52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many locations at low marginal cost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198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4198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recyclable contamination at the source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867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867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 camera — no special hardware needed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537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5537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actionable guidance, not just a label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FCEE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Limitations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image quality and lighting conditions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8529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852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multiple overlapping items in one frame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4198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4198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categories seen during training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9867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9867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detect contamination inside opaque containers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5537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5537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periodic retraining as waste-stream patterns change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7F0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Multi-item Detection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YOLO-based object detection to identify several items in one messy bin photo, not just one at a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🎥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Video Sorting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items live on a conveyor belt for industrial-scale recycling facilities.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7F0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IoT-Integrated Smart Bins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model to a bin with automated sorting mechanisms — no human handling needed.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Eco Tips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LLM to generate personalized, context-aware disposal and sustainability tips.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7F0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069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Deployment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model to TensorFlow Lite / ONNX for fast on-device inference, no internet required.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069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Expanded Category Coverage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more diverse, region-specific waste types and local recycling rules.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 to build this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definition &amp; training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torchvision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pretrained weights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288036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web app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224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training environment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Dataset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224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Classification (12 classes)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Smart Waste Classifier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029200"/>
            <a:ext cx="3200400" cy="320040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480560" y="1920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♻️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3017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5852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  ·  [Batch]  ·  [Group No.]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2026-09-12T11:19:48Z</dcterms:created>
  <dcterms:modified xsi:type="dcterms:W3CDTF">2026-09-12T11:19:48Z</dcterms:modified>
</cp:coreProperties>
</file>